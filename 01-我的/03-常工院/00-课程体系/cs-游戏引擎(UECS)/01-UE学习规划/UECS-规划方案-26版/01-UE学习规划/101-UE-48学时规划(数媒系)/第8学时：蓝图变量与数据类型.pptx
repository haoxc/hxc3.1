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蓝图变量与数据类型(UE)</dc:title>
  <dc:subject>UE引擎中蓝图变量与常用数据类型的核心应用，含数据类型认知、变量创建配置及赋值读取，是数媒场景逻辑控制的基础载体</dc:subject>
  <dc:creator>Created by Marp</dc:creator>
  <cp:lastModifiedBy>Created by Marp</cp:lastModifiedBy>
  <cp:revision>1</cp:revision>
  <dcterms:created xsi:type="dcterms:W3CDTF">2025-12-17T08:12:05Z</dcterms:created>
  <dcterms:modified xsi:type="dcterms:W3CDTF">2025-12-17T08:12:05Z</dcterms:modified>
</cp:coreProperties>
</file>